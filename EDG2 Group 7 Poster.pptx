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6"/>
  </p:notesMasterIdLst>
  <p:sldIdLst>
    <p:sldId id="261" r:id="rId5"/>
  </p:sldIdLst>
  <p:sldSz cx="43891200" cy="32918400"/>
  <p:notesSz cx="6858000" cy="9144000"/>
  <p:defaultTextStyle>
    <a:defPPr>
      <a:defRPr lang="en-US"/>
    </a:defPPr>
    <a:lvl1pPr marL="0" algn="l" defTabSz="457020" rtl="0" eaLnBrk="1" latinLnBrk="0" hangingPunct="1">
      <a:defRPr sz="1800" kern="1200">
        <a:solidFill>
          <a:schemeClr val="tx1"/>
        </a:solidFill>
        <a:latin typeface="+mn-lt"/>
        <a:ea typeface="+mn-ea"/>
        <a:cs typeface="+mn-cs"/>
      </a:defRPr>
    </a:lvl1pPr>
    <a:lvl2pPr marL="457020" algn="l" defTabSz="457020" rtl="0" eaLnBrk="1" latinLnBrk="0" hangingPunct="1">
      <a:defRPr sz="1800" kern="1200">
        <a:solidFill>
          <a:schemeClr val="tx1"/>
        </a:solidFill>
        <a:latin typeface="+mn-lt"/>
        <a:ea typeface="+mn-ea"/>
        <a:cs typeface="+mn-cs"/>
      </a:defRPr>
    </a:lvl2pPr>
    <a:lvl3pPr marL="914040" algn="l" defTabSz="457020" rtl="0" eaLnBrk="1" latinLnBrk="0" hangingPunct="1">
      <a:defRPr sz="1800" kern="1200">
        <a:solidFill>
          <a:schemeClr val="tx1"/>
        </a:solidFill>
        <a:latin typeface="+mn-lt"/>
        <a:ea typeface="+mn-ea"/>
        <a:cs typeface="+mn-cs"/>
      </a:defRPr>
    </a:lvl3pPr>
    <a:lvl4pPr marL="1371048" algn="l" defTabSz="457020" rtl="0" eaLnBrk="1" latinLnBrk="0" hangingPunct="1">
      <a:defRPr sz="1800" kern="1200">
        <a:solidFill>
          <a:schemeClr val="tx1"/>
        </a:solidFill>
        <a:latin typeface="+mn-lt"/>
        <a:ea typeface="+mn-ea"/>
        <a:cs typeface="+mn-cs"/>
      </a:defRPr>
    </a:lvl4pPr>
    <a:lvl5pPr marL="1828068" algn="l" defTabSz="457020" rtl="0" eaLnBrk="1" latinLnBrk="0" hangingPunct="1">
      <a:defRPr sz="1800" kern="1200">
        <a:solidFill>
          <a:schemeClr val="tx1"/>
        </a:solidFill>
        <a:latin typeface="+mn-lt"/>
        <a:ea typeface="+mn-ea"/>
        <a:cs typeface="+mn-cs"/>
      </a:defRPr>
    </a:lvl5pPr>
    <a:lvl6pPr marL="2285088" algn="l" defTabSz="457020" rtl="0" eaLnBrk="1" latinLnBrk="0" hangingPunct="1">
      <a:defRPr sz="1800" kern="1200">
        <a:solidFill>
          <a:schemeClr val="tx1"/>
        </a:solidFill>
        <a:latin typeface="+mn-lt"/>
        <a:ea typeface="+mn-ea"/>
        <a:cs typeface="+mn-cs"/>
      </a:defRPr>
    </a:lvl6pPr>
    <a:lvl7pPr marL="2742108" algn="l" defTabSz="457020" rtl="0" eaLnBrk="1" latinLnBrk="0" hangingPunct="1">
      <a:defRPr sz="1800" kern="1200">
        <a:solidFill>
          <a:schemeClr val="tx1"/>
        </a:solidFill>
        <a:latin typeface="+mn-lt"/>
        <a:ea typeface="+mn-ea"/>
        <a:cs typeface="+mn-cs"/>
      </a:defRPr>
    </a:lvl7pPr>
    <a:lvl8pPr marL="3199116" algn="l" defTabSz="457020" rtl="0" eaLnBrk="1" latinLnBrk="0" hangingPunct="1">
      <a:defRPr sz="1800" kern="1200">
        <a:solidFill>
          <a:schemeClr val="tx1"/>
        </a:solidFill>
        <a:latin typeface="+mn-lt"/>
        <a:ea typeface="+mn-ea"/>
        <a:cs typeface="+mn-cs"/>
      </a:defRPr>
    </a:lvl8pPr>
    <a:lvl9pPr marL="3656136" algn="l" defTabSz="45702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C"/>
    <a:srgbClr val="D10F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0484AD-5534-9DCE-B3DD-DD5F82E92F2E}" v="20" dt="2026-04-30T19:58:23.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80484AD-5534-9DCE-B3DD-DD5F82E92F2E}"/>
    <pc:docChg chg="modSld">
      <pc:chgData name="" userId="" providerId="" clId="Web-{980484AD-5534-9DCE-B3DD-DD5F82E92F2E}" dt="2026-04-30T19:55:22.287" v="0" actId="1076"/>
      <pc:docMkLst>
        <pc:docMk/>
      </pc:docMkLst>
      <pc:sldChg chg="modSp">
        <pc:chgData name="" userId="" providerId="" clId="Web-{980484AD-5534-9DCE-B3DD-DD5F82E92F2E}" dt="2026-04-30T19:55:22.287" v="0" actId="1076"/>
        <pc:sldMkLst>
          <pc:docMk/>
          <pc:sldMk cId="2276909148" sldId="261"/>
        </pc:sldMkLst>
        <pc:picChg chg="mod">
          <ac:chgData name="" userId="" providerId="" clId="Web-{980484AD-5534-9DCE-B3DD-DD5F82E92F2E}" dt="2026-04-30T19:55:22.287" v="0" actId="1076"/>
          <ac:picMkLst>
            <pc:docMk/>
            <pc:sldMk cId="2276909148" sldId="261"/>
            <ac:picMk id="6" creationId="{8E50F27D-CE10-F50F-60FF-1B9337D22758}"/>
          </ac:picMkLst>
        </pc:picChg>
      </pc:sldChg>
    </pc:docChg>
  </pc:docChgLst>
  <pc:docChgLst>
    <pc:chgData name="Lance Van" userId="S::lvan2019@fau.edu::49f50b5e-8a96-4fa6-857d-7cc683a96e4d" providerId="AD" clId="Web-{980484AD-5534-9DCE-B3DD-DD5F82E92F2E}"/>
    <pc:docChg chg="modSld">
      <pc:chgData name="Lance Van" userId="S::lvan2019@fau.edu::49f50b5e-8a96-4fa6-857d-7cc683a96e4d" providerId="AD" clId="Web-{980484AD-5534-9DCE-B3DD-DD5F82E92F2E}" dt="2026-04-30T19:58:23.509" v="17"/>
      <pc:docMkLst>
        <pc:docMk/>
      </pc:docMkLst>
      <pc:sldChg chg="addSp delSp modSp">
        <pc:chgData name="Lance Van" userId="S::lvan2019@fau.edu::49f50b5e-8a96-4fa6-857d-7cc683a96e4d" providerId="AD" clId="Web-{980484AD-5534-9DCE-B3DD-DD5F82E92F2E}" dt="2026-04-30T19:58:23.509" v="17"/>
        <pc:sldMkLst>
          <pc:docMk/>
          <pc:sldMk cId="2276909148" sldId="261"/>
        </pc:sldMkLst>
        <pc:picChg chg="mod modCrop">
          <ac:chgData name="Lance Van" userId="S::lvan2019@fau.edu::49f50b5e-8a96-4fa6-857d-7cc683a96e4d" providerId="AD" clId="Web-{980484AD-5534-9DCE-B3DD-DD5F82E92F2E}" dt="2026-04-30T19:58:20.712" v="16"/>
          <ac:picMkLst>
            <pc:docMk/>
            <pc:sldMk cId="2276909148" sldId="261"/>
            <ac:picMk id="7" creationId="{4D343A55-74F7-B20D-ADE1-05F6E7ABC341}"/>
          </ac:picMkLst>
        </pc:picChg>
        <pc:picChg chg="add del mod">
          <ac:chgData name="Lance Van" userId="S::lvan2019@fau.edu::49f50b5e-8a96-4fa6-857d-7cc683a96e4d" providerId="AD" clId="Web-{980484AD-5534-9DCE-B3DD-DD5F82E92F2E}" dt="2026-04-30T19:58:23.509" v="17"/>
          <ac:picMkLst>
            <pc:docMk/>
            <pc:sldMk cId="2276909148" sldId="261"/>
            <ac:picMk id="8" creationId="{BF6B3A70-2085-36AA-5825-4BD6D5F1492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63DF7-D1D6-0849-BD92-5A4CD7900F63}" type="datetimeFigureOut">
              <a:t>4/30/2026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5647B-F076-7644-AD6D-3577091B5250}" type="slidenum">
              <a:t>‹#›</a:t>
            </a:fld>
            <a:endParaRPr lang="en-US"/>
          </a:p>
        </p:txBody>
      </p:sp>
    </p:spTree>
    <p:extLst>
      <p:ext uri="{BB962C8B-B14F-4D97-AF65-F5344CB8AC3E}">
        <p14:creationId xmlns:p14="http://schemas.microsoft.com/office/powerpoint/2010/main" val="3737310943"/>
      </p:ext>
    </p:extLst>
  </p:cSld>
  <p:clrMap bg1="lt1" tx1="dk1" bg2="lt2" tx2="dk2" accent1="accent1" accent2="accent2" accent3="accent3" accent4="accent4" accent5="accent5" accent6="accent6" hlink="hlink" folHlink="folHlink"/>
  <p:notesStyle>
    <a:lvl1pPr marL="0" algn="l" defTabSz="3685152" rtl="0" eaLnBrk="1" latinLnBrk="0" hangingPunct="1">
      <a:defRPr sz="4836" kern="1200">
        <a:solidFill>
          <a:schemeClr val="tx1"/>
        </a:solidFill>
        <a:latin typeface="+mn-lt"/>
        <a:ea typeface="+mn-ea"/>
        <a:cs typeface="+mn-cs"/>
      </a:defRPr>
    </a:lvl1pPr>
    <a:lvl2pPr marL="1842576" algn="l" defTabSz="3685152" rtl="0" eaLnBrk="1" latinLnBrk="0" hangingPunct="1">
      <a:defRPr sz="4836" kern="1200">
        <a:solidFill>
          <a:schemeClr val="tx1"/>
        </a:solidFill>
        <a:latin typeface="+mn-lt"/>
        <a:ea typeface="+mn-ea"/>
        <a:cs typeface="+mn-cs"/>
      </a:defRPr>
    </a:lvl2pPr>
    <a:lvl3pPr marL="3685152" algn="l" defTabSz="3685152" rtl="0" eaLnBrk="1" latinLnBrk="0" hangingPunct="1">
      <a:defRPr sz="4836" kern="1200">
        <a:solidFill>
          <a:schemeClr val="tx1"/>
        </a:solidFill>
        <a:latin typeface="+mn-lt"/>
        <a:ea typeface="+mn-ea"/>
        <a:cs typeface="+mn-cs"/>
      </a:defRPr>
    </a:lvl3pPr>
    <a:lvl4pPr marL="5527728" algn="l" defTabSz="3685152" rtl="0" eaLnBrk="1" latinLnBrk="0" hangingPunct="1">
      <a:defRPr sz="4836" kern="1200">
        <a:solidFill>
          <a:schemeClr val="tx1"/>
        </a:solidFill>
        <a:latin typeface="+mn-lt"/>
        <a:ea typeface="+mn-ea"/>
        <a:cs typeface="+mn-cs"/>
      </a:defRPr>
    </a:lvl4pPr>
    <a:lvl5pPr marL="7370304" algn="l" defTabSz="3685152" rtl="0" eaLnBrk="1" latinLnBrk="0" hangingPunct="1">
      <a:defRPr sz="4836" kern="1200">
        <a:solidFill>
          <a:schemeClr val="tx1"/>
        </a:solidFill>
        <a:latin typeface="+mn-lt"/>
        <a:ea typeface="+mn-ea"/>
        <a:cs typeface="+mn-cs"/>
      </a:defRPr>
    </a:lvl5pPr>
    <a:lvl6pPr marL="9212880" algn="l" defTabSz="3685152" rtl="0" eaLnBrk="1" latinLnBrk="0" hangingPunct="1">
      <a:defRPr sz="4836" kern="1200">
        <a:solidFill>
          <a:schemeClr val="tx1"/>
        </a:solidFill>
        <a:latin typeface="+mn-lt"/>
        <a:ea typeface="+mn-ea"/>
        <a:cs typeface="+mn-cs"/>
      </a:defRPr>
    </a:lvl6pPr>
    <a:lvl7pPr marL="11055444" algn="l" defTabSz="3685152" rtl="0" eaLnBrk="1" latinLnBrk="0" hangingPunct="1">
      <a:defRPr sz="4836" kern="1200">
        <a:solidFill>
          <a:schemeClr val="tx1"/>
        </a:solidFill>
        <a:latin typeface="+mn-lt"/>
        <a:ea typeface="+mn-ea"/>
        <a:cs typeface="+mn-cs"/>
      </a:defRPr>
    </a:lvl7pPr>
    <a:lvl8pPr marL="12898020" algn="l" defTabSz="3685152" rtl="0" eaLnBrk="1" latinLnBrk="0" hangingPunct="1">
      <a:defRPr sz="4836" kern="1200">
        <a:solidFill>
          <a:schemeClr val="tx1"/>
        </a:solidFill>
        <a:latin typeface="+mn-lt"/>
        <a:ea typeface="+mn-ea"/>
        <a:cs typeface="+mn-cs"/>
      </a:defRPr>
    </a:lvl8pPr>
    <a:lvl9pPr marL="14740596" algn="l" defTabSz="3685152" rtl="0" eaLnBrk="1" latinLnBrk="0" hangingPunct="1">
      <a:defRPr sz="48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68B64-7F02-79DE-9DDE-6C3C39B1E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A90EC-98FA-B3FC-59A4-AA652F2527A0}"/>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A6B63254-1D3D-E7EC-17AE-174AFBA7B4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E18476-2733-1227-8636-05DC0FAA5CFD}"/>
              </a:ext>
            </a:extLst>
          </p:cNvPr>
          <p:cNvSpPr>
            <a:spLocks noGrp="1"/>
          </p:cNvSpPr>
          <p:nvPr>
            <p:ph type="sldNum" sz="quarter" idx="5"/>
          </p:nvPr>
        </p:nvSpPr>
        <p:spPr/>
        <p:txBody>
          <a:bodyPr/>
          <a:lstStyle/>
          <a:p>
            <a:fld id="{5405647B-F076-7644-AD6D-3577091B5250}" type="slidenum">
              <a:t>1</a:t>
            </a:fld>
            <a:endParaRPr lang="en-US"/>
          </a:p>
        </p:txBody>
      </p:sp>
    </p:spTree>
    <p:extLst>
      <p:ext uri="{BB962C8B-B14F-4D97-AF65-F5344CB8AC3E}">
        <p14:creationId xmlns:p14="http://schemas.microsoft.com/office/powerpoint/2010/main" val="174959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ster Template">
    <p:spTree>
      <p:nvGrpSpPr>
        <p:cNvPr id="1" name=""/>
        <p:cNvGrpSpPr/>
        <p:nvPr/>
      </p:nvGrpSpPr>
      <p:grpSpPr>
        <a:xfrm>
          <a:off x="0" y="0"/>
          <a:ext cx="0" cy="0"/>
          <a:chOff x="0" y="0"/>
          <a:chExt cx="0" cy="0"/>
        </a:xfrm>
      </p:grpSpPr>
      <p:sp>
        <p:nvSpPr>
          <p:cNvPr id="39" name="Picture Placeholder 36">
            <a:extLst>
              <a:ext uri="{FF2B5EF4-FFF2-40B4-BE49-F238E27FC236}">
                <a16:creationId xmlns:a16="http://schemas.microsoft.com/office/drawing/2014/main" id="{331D8A0E-52D0-A144-A451-08B60D5354E2}"/>
              </a:ext>
            </a:extLst>
          </p:cNvPr>
          <p:cNvSpPr>
            <a:spLocks noGrp="1"/>
          </p:cNvSpPr>
          <p:nvPr>
            <p:ph type="pic" sz="quarter" idx="12"/>
          </p:nvPr>
        </p:nvSpPr>
        <p:spPr>
          <a:xfrm>
            <a:off x="1626277" y="5662545"/>
            <a:ext cx="13525392" cy="9244945"/>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46" name="Text Placeholder 45">
            <a:extLst>
              <a:ext uri="{FF2B5EF4-FFF2-40B4-BE49-F238E27FC236}">
                <a16:creationId xmlns:a16="http://schemas.microsoft.com/office/drawing/2014/main" id="{F2D35F21-531F-9E41-9182-5E3EEF79768A}"/>
              </a:ext>
            </a:extLst>
          </p:cNvPr>
          <p:cNvSpPr>
            <a:spLocks noGrp="1"/>
          </p:cNvSpPr>
          <p:nvPr>
            <p:ph type="body" sz="quarter" idx="14" hasCustomPrompt="1"/>
          </p:nvPr>
        </p:nvSpPr>
        <p:spPr>
          <a:xfrm>
            <a:off x="1565916" y="3708394"/>
            <a:ext cx="13354836" cy="880371"/>
          </a:xfrm>
          <a:prstGeom prst="rect">
            <a:avLst/>
          </a:prstGeom>
        </p:spPr>
        <p:txBody>
          <a:bodyPr>
            <a:norm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vl5pPr marL="6581052" indent="0">
              <a:buNone/>
              <a:defRPr/>
            </a:lvl5pPr>
          </a:lstStyle>
          <a:p>
            <a:pPr lvl="0"/>
            <a:r>
              <a:rPr lang="en-US"/>
              <a:t>Sponsored by: “Sponsor Name”</a:t>
            </a:r>
          </a:p>
        </p:txBody>
      </p:sp>
      <p:sp>
        <p:nvSpPr>
          <p:cNvPr id="61" name="Text Placeholder 60">
            <a:extLst>
              <a:ext uri="{FF2B5EF4-FFF2-40B4-BE49-F238E27FC236}">
                <a16:creationId xmlns:a16="http://schemas.microsoft.com/office/drawing/2014/main" id="{2729113F-AAA2-B64A-B331-A1D65EEB8737}"/>
              </a:ext>
            </a:extLst>
          </p:cNvPr>
          <p:cNvSpPr>
            <a:spLocks noGrp="1"/>
          </p:cNvSpPr>
          <p:nvPr>
            <p:ph type="body" sz="quarter" idx="25" hasCustomPrompt="1"/>
          </p:nvPr>
        </p:nvSpPr>
        <p:spPr>
          <a:xfrm>
            <a:off x="15486486" y="478769"/>
            <a:ext cx="6343656" cy="724747"/>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Team Members</a:t>
            </a:r>
          </a:p>
        </p:txBody>
      </p:sp>
      <p:sp>
        <p:nvSpPr>
          <p:cNvPr id="62" name="Text Placeholder 60">
            <a:extLst>
              <a:ext uri="{FF2B5EF4-FFF2-40B4-BE49-F238E27FC236}">
                <a16:creationId xmlns:a16="http://schemas.microsoft.com/office/drawing/2014/main" id="{BEB75649-4DD7-F046-88EB-2BA1E2EAED57}"/>
              </a:ext>
            </a:extLst>
          </p:cNvPr>
          <p:cNvSpPr>
            <a:spLocks noGrp="1"/>
          </p:cNvSpPr>
          <p:nvPr>
            <p:ph type="body" sz="quarter" idx="26" hasCustomPrompt="1"/>
          </p:nvPr>
        </p:nvSpPr>
        <p:spPr>
          <a:xfrm>
            <a:off x="15486486" y="1515407"/>
            <a:ext cx="6343656" cy="3073358"/>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63" name="Text Placeholder 60">
            <a:extLst>
              <a:ext uri="{FF2B5EF4-FFF2-40B4-BE49-F238E27FC236}">
                <a16:creationId xmlns:a16="http://schemas.microsoft.com/office/drawing/2014/main" id="{FD0DDE48-2F60-CC4A-970A-CE26C06F5647}"/>
              </a:ext>
            </a:extLst>
          </p:cNvPr>
          <p:cNvSpPr>
            <a:spLocks noGrp="1"/>
          </p:cNvSpPr>
          <p:nvPr>
            <p:ph type="body" sz="quarter" idx="27" hasCustomPrompt="1"/>
          </p:nvPr>
        </p:nvSpPr>
        <p:spPr>
          <a:xfrm>
            <a:off x="22287314" y="478769"/>
            <a:ext cx="9597415" cy="846354"/>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a:latin typeface="Lato" panose="020F0502020204030203" pitchFamily="34" charset="0"/>
                <a:ea typeface="Lato" panose="020F0502020204030203" pitchFamily="34" charset="0"/>
                <a:cs typeface="Lato" panose="020F0502020204030203" pitchFamily="34" charset="0"/>
              </a:rPr>
              <a:t>Faculty Course Coordinator</a:t>
            </a:r>
            <a:endParaRPr lang="en-US" sz="1440">
              <a:effectLst/>
              <a:latin typeface="Lato" panose="020F0502020204030203" pitchFamily="34" charset="0"/>
              <a:ea typeface="Lato" panose="020F0502020204030203" pitchFamily="34" charset="0"/>
              <a:cs typeface="Lato" panose="020F0502020204030203" pitchFamily="34" charset="0"/>
            </a:endParaRPr>
          </a:p>
        </p:txBody>
      </p:sp>
      <p:sp>
        <p:nvSpPr>
          <p:cNvPr id="64" name="Text Placeholder 60">
            <a:extLst>
              <a:ext uri="{FF2B5EF4-FFF2-40B4-BE49-F238E27FC236}">
                <a16:creationId xmlns:a16="http://schemas.microsoft.com/office/drawing/2014/main" id="{85DEC6BF-FE18-B443-8C1F-21542A9E89A8}"/>
              </a:ext>
            </a:extLst>
          </p:cNvPr>
          <p:cNvSpPr>
            <a:spLocks noGrp="1"/>
          </p:cNvSpPr>
          <p:nvPr>
            <p:ph type="body" sz="quarter" idx="28" hasCustomPrompt="1"/>
          </p:nvPr>
        </p:nvSpPr>
        <p:spPr>
          <a:xfrm>
            <a:off x="22287315" y="1547682"/>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70" name="Text Placeholder 49">
            <a:extLst>
              <a:ext uri="{FF2B5EF4-FFF2-40B4-BE49-F238E27FC236}">
                <a16:creationId xmlns:a16="http://schemas.microsoft.com/office/drawing/2014/main" id="{32B0986E-F1A6-CA45-80F0-27B2926228BB}"/>
              </a:ext>
            </a:extLst>
          </p:cNvPr>
          <p:cNvSpPr>
            <a:spLocks noGrp="1"/>
          </p:cNvSpPr>
          <p:nvPr>
            <p:ph type="body" sz="quarter" idx="32"/>
          </p:nvPr>
        </p:nvSpPr>
        <p:spPr>
          <a:xfrm>
            <a:off x="30606807" y="7223116"/>
            <a:ext cx="12315828" cy="6370320"/>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1" name="Text Placeholder 49">
            <a:extLst>
              <a:ext uri="{FF2B5EF4-FFF2-40B4-BE49-F238E27FC236}">
                <a16:creationId xmlns:a16="http://schemas.microsoft.com/office/drawing/2014/main" id="{4D8FC75B-21BD-2F4B-8AD0-F27275D1936C}"/>
              </a:ext>
            </a:extLst>
          </p:cNvPr>
          <p:cNvSpPr>
            <a:spLocks noGrp="1"/>
          </p:cNvSpPr>
          <p:nvPr>
            <p:ph type="body" sz="quarter" idx="33"/>
          </p:nvPr>
        </p:nvSpPr>
        <p:spPr>
          <a:xfrm>
            <a:off x="30606807" y="566254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2" name="Text Placeholder 49">
            <a:extLst>
              <a:ext uri="{FF2B5EF4-FFF2-40B4-BE49-F238E27FC236}">
                <a16:creationId xmlns:a16="http://schemas.microsoft.com/office/drawing/2014/main" id="{F95C967C-9609-5248-B209-ED38DDE9587E}"/>
              </a:ext>
            </a:extLst>
          </p:cNvPr>
          <p:cNvSpPr>
            <a:spLocks noGrp="1"/>
          </p:cNvSpPr>
          <p:nvPr>
            <p:ph type="body" sz="quarter" idx="34"/>
          </p:nvPr>
        </p:nvSpPr>
        <p:spPr>
          <a:xfrm>
            <a:off x="30606807" y="16184500"/>
            <a:ext cx="12315828" cy="5884719"/>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3" name="Text Placeholder 49">
            <a:extLst>
              <a:ext uri="{FF2B5EF4-FFF2-40B4-BE49-F238E27FC236}">
                <a16:creationId xmlns:a16="http://schemas.microsoft.com/office/drawing/2014/main" id="{AAD304A9-24A5-1C4A-A127-E85D160A85A1}"/>
              </a:ext>
            </a:extLst>
          </p:cNvPr>
          <p:cNvSpPr>
            <a:spLocks noGrp="1"/>
          </p:cNvSpPr>
          <p:nvPr>
            <p:ph type="body" sz="quarter" idx="35"/>
          </p:nvPr>
        </p:nvSpPr>
        <p:spPr>
          <a:xfrm>
            <a:off x="30606807" y="1428076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6" name="Text Placeholder 60">
            <a:extLst>
              <a:ext uri="{FF2B5EF4-FFF2-40B4-BE49-F238E27FC236}">
                <a16:creationId xmlns:a16="http://schemas.microsoft.com/office/drawing/2014/main" id="{20CC3331-724C-2445-B60D-AE80F1B97B15}"/>
              </a:ext>
            </a:extLst>
          </p:cNvPr>
          <p:cNvSpPr>
            <a:spLocks noGrp="1"/>
          </p:cNvSpPr>
          <p:nvPr>
            <p:ph type="body" sz="quarter" idx="38" hasCustomPrompt="1"/>
          </p:nvPr>
        </p:nvSpPr>
        <p:spPr>
          <a:xfrm>
            <a:off x="1565922" y="2460489"/>
            <a:ext cx="13354836" cy="880371"/>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“Department Name”</a:t>
            </a:r>
          </a:p>
        </p:txBody>
      </p:sp>
      <p:sp>
        <p:nvSpPr>
          <p:cNvPr id="77" name="Text Placeholder 49">
            <a:extLst>
              <a:ext uri="{FF2B5EF4-FFF2-40B4-BE49-F238E27FC236}">
                <a16:creationId xmlns:a16="http://schemas.microsoft.com/office/drawing/2014/main" id="{8ED906C8-791C-8B47-A246-A337F89E3FC0}"/>
              </a:ext>
            </a:extLst>
          </p:cNvPr>
          <p:cNvSpPr>
            <a:spLocks noGrp="1"/>
          </p:cNvSpPr>
          <p:nvPr>
            <p:ph type="body" sz="quarter" idx="39" hasCustomPrompt="1"/>
          </p:nvPr>
        </p:nvSpPr>
        <p:spPr>
          <a:xfrm>
            <a:off x="30066870" y="3445468"/>
            <a:ext cx="6883593" cy="899718"/>
          </a:xfrm>
          <a:prstGeom prst="rect">
            <a:avLst/>
          </a:prstGeom>
        </p:spPr>
        <p:txBody>
          <a:bodyPr>
            <a:noAutofit/>
          </a:bodyPr>
          <a:lstStyle>
            <a:lvl1pPr marL="0" indent="0" algn="r">
              <a:buNone/>
              <a:defRPr sz="864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Project #</a:t>
            </a:r>
          </a:p>
        </p:txBody>
      </p:sp>
      <p:sp>
        <p:nvSpPr>
          <p:cNvPr id="78" name="Text Placeholder 49">
            <a:extLst>
              <a:ext uri="{FF2B5EF4-FFF2-40B4-BE49-F238E27FC236}">
                <a16:creationId xmlns:a16="http://schemas.microsoft.com/office/drawing/2014/main" id="{B096D7A1-D184-034D-9319-BCC9D88D14A0}"/>
              </a:ext>
            </a:extLst>
          </p:cNvPr>
          <p:cNvSpPr>
            <a:spLocks noGrp="1"/>
          </p:cNvSpPr>
          <p:nvPr>
            <p:ph type="body" sz="quarter" idx="40" hasCustomPrompt="1"/>
          </p:nvPr>
        </p:nvSpPr>
        <p:spPr>
          <a:xfrm>
            <a:off x="1565921" y="478769"/>
            <a:ext cx="13354831" cy="1637646"/>
          </a:xfrm>
          <a:prstGeom prst="rect">
            <a:avLst/>
          </a:prstGeom>
        </p:spPr>
        <p:txBody>
          <a:bodyPr>
            <a:noAutofit/>
          </a:bodyPr>
          <a:lstStyle>
            <a:lvl1pPr marL="0" indent="0" algn="l">
              <a:buNone/>
              <a:defRPr sz="576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Project Title</a:t>
            </a:r>
          </a:p>
        </p:txBody>
      </p:sp>
      <p:sp>
        <p:nvSpPr>
          <p:cNvPr id="7" name="TextBox 6">
            <a:extLst>
              <a:ext uri="{FF2B5EF4-FFF2-40B4-BE49-F238E27FC236}">
                <a16:creationId xmlns:a16="http://schemas.microsoft.com/office/drawing/2014/main" id="{8354ACB0-71E3-7885-3344-FFDD65703BCA}"/>
              </a:ext>
            </a:extLst>
          </p:cNvPr>
          <p:cNvSpPr txBox="1"/>
          <p:nvPr userDrawn="1"/>
        </p:nvSpPr>
        <p:spPr>
          <a:xfrm>
            <a:off x="3048006" y="2189022"/>
            <a:ext cx="184731" cy="276999"/>
          </a:xfrm>
          <a:prstGeom prst="rect">
            <a:avLst/>
          </a:prstGeom>
          <a:noFill/>
        </p:spPr>
        <p:txBody>
          <a:bodyPr wrap="none" rtlCol="0">
            <a:spAutoFit/>
          </a:bodyPr>
          <a:lstStyle/>
          <a:p>
            <a:endParaRPr lang="en-US" sz="1200">
              <a:latin typeface="Lato" panose="020F0502020204030203" pitchFamily="34" charset="0"/>
              <a:ea typeface="Lato" panose="020F0502020204030203" pitchFamily="34" charset="0"/>
              <a:cs typeface="Lato" panose="020F0502020204030203" pitchFamily="34" charset="0"/>
            </a:endParaRPr>
          </a:p>
        </p:txBody>
      </p:sp>
      <p:sp>
        <p:nvSpPr>
          <p:cNvPr id="2" name="Text Placeholder 60">
            <a:extLst>
              <a:ext uri="{FF2B5EF4-FFF2-40B4-BE49-F238E27FC236}">
                <a16:creationId xmlns:a16="http://schemas.microsoft.com/office/drawing/2014/main" id="{D7CB1472-F4DC-F228-9B53-1FD03C0FA970}"/>
              </a:ext>
            </a:extLst>
          </p:cNvPr>
          <p:cNvSpPr>
            <a:spLocks noGrp="1"/>
          </p:cNvSpPr>
          <p:nvPr>
            <p:ph type="body" sz="quarter" idx="41" hasCustomPrompt="1"/>
          </p:nvPr>
        </p:nvSpPr>
        <p:spPr>
          <a:xfrm>
            <a:off x="22287314" y="2555665"/>
            <a:ext cx="7444541" cy="785195"/>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Project </a:t>
            </a:r>
            <a:r>
              <a:rPr lang="en-US" sz="4320">
                <a:latin typeface="Lato" panose="020F0502020204030203" pitchFamily="34" charset="0"/>
                <a:ea typeface="Lato" panose="020F0502020204030203" pitchFamily="34" charset="0"/>
                <a:cs typeface="Lato" panose="020F0502020204030203" pitchFamily="34" charset="0"/>
              </a:rPr>
              <a:t>Advisor</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 Placeholder 60">
            <a:extLst>
              <a:ext uri="{FF2B5EF4-FFF2-40B4-BE49-F238E27FC236}">
                <a16:creationId xmlns:a16="http://schemas.microsoft.com/office/drawing/2014/main" id="{5D5C94C0-E910-93B4-C5F7-B55D12238C66}"/>
              </a:ext>
            </a:extLst>
          </p:cNvPr>
          <p:cNvSpPr>
            <a:spLocks noGrp="1"/>
          </p:cNvSpPr>
          <p:nvPr>
            <p:ph type="body" sz="quarter" idx="42" hasCustomPrompt="1"/>
          </p:nvPr>
        </p:nvSpPr>
        <p:spPr>
          <a:xfrm>
            <a:off x="22287315" y="3563419"/>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4" name="Text Placeholder 49">
            <a:extLst>
              <a:ext uri="{FF2B5EF4-FFF2-40B4-BE49-F238E27FC236}">
                <a16:creationId xmlns:a16="http://schemas.microsoft.com/office/drawing/2014/main" id="{C0C63233-0BD0-EE70-7205-51E84E8693A7}"/>
              </a:ext>
            </a:extLst>
          </p:cNvPr>
          <p:cNvSpPr>
            <a:spLocks noGrp="1"/>
          </p:cNvSpPr>
          <p:nvPr>
            <p:ph type="body" sz="quarter" idx="43"/>
          </p:nvPr>
        </p:nvSpPr>
        <p:spPr>
          <a:xfrm>
            <a:off x="30606807" y="23973955"/>
            <a:ext cx="12315828" cy="6893972"/>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5" name="Text Placeholder 49">
            <a:extLst>
              <a:ext uri="{FF2B5EF4-FFF2-40B4-BE49-F238E27FC236}">
                <a16:creationId xmlns:a16="http://schemas.microsoft.com/office/drawing/2014/main" id="{98D5F640-4D05-FD86-6EF9-80B94ABB7DC9}"/>
              </a:ext>
            </a:extLst>
          </p:cNvPr>
          <p:cNvSpPr>
            <a:spLocks noGrp="1"/>
          </p:cNvSpPr>
          <p:nvPr>
            <p:ph type="body" sz="quarter" idx="44"/>
          </p:nvPr>
        </p:nvSpPr>
        <p:spPr>
          <a:xfrm>
            <a:off x="30606807" y="22413385"/>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6" name="Picture Placeholder 36">
            <a:extLst>
              <a:ext uri="{FF2B5EF4-FFF2-40B4-BE49-F238E27FC236}">
                <a16:creationId xmlns:a16="http://schemas.microsoft.com/office/drawing/2014/main" id="{3EF891AE-3014-7B8D-BC5A-C7F85CABC5B2}"/>
              </a:ext>
            </a:extLst>
          </p:cNvPr>
          <p:cNvSpPr>
            <a:spLocks noGrp="1"/>
          </p:cNvSpPr>
          <p:nvPr>
            <p:ph type="pic" sz="quarter" idx="45"/>
          </p:nvPr>
        </p:nvSpPr>
        <p:spPr>
          <a:xfrm>
            <a:off x="16116542" y="5662546"/>
            <a:ext cx="13525392" cy="9244944"/>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Picture Placeholder 36">
            <a:extLst>
              <a:ext uri="{FF2B5EF4-FFF2-40B4-BE49-F238E27FC236}">
                <a16:creationId xmlns:a16="http://schemas.microsoft.com/office/drawing/2014/main" id="{B5F491EB-A441-CC19-2511-80253E62BC4C}"/>
              </a:ext>
            </a:extLst>
          </p:cNvPr>
          <p:cNvSpPr>
            <a:spLocks noGrp="1"/>
          </p:cNvSpPr>
          <p:nvPr>
            <p:ph type="pic" sz="quarter" idx="46"/>
          </p:nvPr>
        </p:nvSpPr>
        <p:spPr>
          <a:xfrm>
            <a:off x="1626277" y="15497170"/>
            <a:ext cx="13525392" cy="9965381"/>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3" name="Picture Placeholder 36">
            <a:extLst>
              <a:ext uri="{FF2B5EF4-FFF2-40B4-BE49-F238E27FC236}">
                <a16:creationId xmlns:a16="http://schemas.microsoft.com/office/drawing/2014/main" id="{E5561193-5DE2-0165-4EEB-4749F6635190}"/>
              </a:ext>
            </a:extLst>
          </p:cNvPr>
          <p:cNvSpPr>
            <a:spLocks noGrp="1"/>
          </p:cNvSpPr>
          <p:nvPr>
            <p:ph type="pic" sz="quarter" idx="51"/>
          </p:nvPr>
        </p:nvSpPr>
        <p:spPr>
          <a:xfrm>
            <a:off x="16116542"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4" name="Picture Placeholder 36">
            <a:extLst>
              <a:ext uri="{FF2B5EF4-FFF2-40B4-BE49-F238E27FC236}">
                <a16:creationId xmlns:a16="http://schemas.microsoft.com/office/drawing/2014/main" id="{0DC11D91-B5C7-B57D-D4CF-B55B31E97A9D}"/>
              </a:ext>
            </a:extLst>
          </p:cNvPr>
          <p:cNvSpPr>
            <a:spLocks noGrp="1"/>
          </p:cNvSpPr>
          <p:nvPr>
            <p:ph type="pic" sz="quarter" idx="52"/>
          </p:nvPr>
        </p:nvSpPr>
        <p:spPr>
          <a:xfrm>
            <a:off x="23120149"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Picture Placeholder 36">
            <a:extLst>
              <a:ext uri="{FF2B5EF4-FFF2-40B4-BE49-F238E27FC236}">
                <a16:creationId xmlns:a16="http://schemas.microsoft.com/office/drawing/2014/main" id="{CD24241F-0660-A88F-F6E7-998381CCE253}"/>
              </a:ext>
            </a:extLst>
          </p:cNvPr>
          <p:cNvSpPr>
            <a:spLocks noGrp="1"/>
          </p:cNvSpPr>
          <p:nvPr>
            <p:ph type="pic" sz="quarter" idx="53"/>
          </p:nvPr>
        </p:nvSpPr>
        <p:spPr>
          <a:xfrm>
            <a:off x="16116542"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Picture Placeholder 36">
            <a:extLst>
              <a:ext uri="{FF2B5EF4-FFF2-40B4-BE49-F238E27FC236}">
                <a16:creationId xmlns:a16="http://schemas.microsoft.com/office/drawing/2014/main" id="{F6A28E6F-30E1-3F80-4D47-D6BF0E229CCE}"/>
              </a:ext>
            </a:extLst>
          </p:cNvPr>
          <p:cNvSpPr>
            <a:spLocks noGrp="1"/>
          </p:cNvSpPr>
          <p:nvPr>
            <p:ph type="pic" sz="quarter" idx="54"/>
          </p:nvPr>
        </p:nvSpPr>
        <p:spPr>
          <a:xfrm>
            <a:off x="23120149"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Tree>
    <p:extLst>
      <p:ext uri="{BB962C8B-B14F-4D97-AF65-F5344CB8AC3E}">
        <p14:creationId xmlns:p14="http://schemas.microsoft.com/office/powerpoint/2010/main" val="3417697303"/>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E3FB7E-6C35-F98F-1BF3-8754B72FB0B7}"/>
              </a:ext>
            </a:extLst>
          </p:cNvPr>
          <p:cNvSpPr>
            <a:spLocks noGrp="1" noRot="1" noMove="1" noResize="1" noEditPoints="1" noAdjustHandles="1" noChangeArrowheads="1" noChangeShapeType="1"/>
          </p:cNvSpPr>
          <p:nvPr userDrawn="1"/>
        </p:nvSpPr>
        <p:spPr>
          <a:xfrm rot="5400000">
            <a:off x="19427634" y="-19494012"/>
            <a:ext cx="5035956" cy="43891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124"/>
          </a:p>
        </p:txBody>
      </p:sp>
      <p:pic>
        <p:nvPicPr>
          <p:cNvPr id="8" name="Picture 7">
            <a:extLst>
              <a:ext uri="{FF2B5EF4-FFF2-40B4-BE49-F238E27FC236}">
                <a16:creationId xmlns:a16="http://schemas.microsoft.com/office/drawing/2014/main" id="{CC7EAC6D-DEFE-ECDA-51F1-C6442454F33F}"/>
              </a:ext>
            </a:extLst>
          </p:cNvPr>
          <p:cNvPicPr>
            <a:picLocks noGrp="1" noRot="1" noChangeAspect="1" noMove="1" noResize="1" noEditPoints="1" noAdjustHandles="1" noChangeArrowheads="1" noChangeShapeType="1" noCrop="1"/>
          </p:cNvPicPr>
          <p:nvPr userDrawn="1"/>
        </p:nvPicPr>
        <p:blipFill>
          <a:blip r:embed="rId3"/>
          <a:srcRect/>
          <a:stretch/>
        </p:blipFill>
        <p:spPr>
          <a:xfrm>
            <a:off x="36793410" y="828720"/>
            <a:ext cx="5756916" cy="3266208"/>
          </a:xfrm>
          <a:prstGeom prst="rect">
            <a:avLst/>
          </a:prstGeom>
        </p:spPr>
      </p:pic>
      <p:sp>
        <p:nvSpPr>
          <p:cNvPr id="11" name="TextBox 10">
            <a:extLst>
              <a:ext uri="{FF2B5EF4-FFF2-40B4-BE49-F238E27FC236}">
                <a16:creationId xmlns:a16="http://schemas.microsoft.com/office/drawing/2014/main" id="{F3CC34A0-AA20-C30D-86DB-2D1525F9EB65}"/>
              </a:ext>
            </a:extLst>
          </p:cNvPr>
          <p:cNvSpPr txBox="1">
            <a:spLocks noGrp="1" noRot="1" noMove="1" noResize="1" noEditPoints="1" noAdjustHandles="1" noChangeArrowheads="1" noChangeShapeType="1"/>
          </p:cNvSpPr>
          <p:nvPr userDrawn="1"/>
        </p:nvSpPr>
        <p:spPr>
          <a:xfrm>
            <a:off x="21585382" y="31459278"/>
            <a:ext cx="20964944" cy="849976"/>
          </a:xfrm>
          <a:prstGeom prst="rect">
            <a:avLst/>
          </a:prstGeom>
          <a:noFill/>
        </p:spPr>
        <p:txBody>
          <a:bodyPr wrap="square" rtlCol="0">
            <a:spAutoFit/>
          </a:bodyPr>
          <a:lstStyle/>
          <a:p>
            <a:pPr marL="0" marR="0" lvl="0" indent="0" algn="r" defTabSz="3290520" rtl="0" eaLnBrk="1" fontAlgn="auto" latinLnBrk="0" hangingPunct="1">
              <a:lnSpc>
                <a:spcPct val="150000"/>
              </a:lnSpc>
              <a:spcBef>
                <a:spcPts val="0"/>
              </a:spcBef>
              <a:spcAft>
                <a:spcPts val="0"/>
              </a:spcAft>
              <a:buClrTx/>
              <a:buSzTx/>
              <a:buFontTx/>
              <a:buNone/>
              <a:tabLst/>
              <a:defRPr/>
            </a:pPr>
            <a:r>
              <a:rPr lang="en-US" sz="3780" b="0" i="0" u="none" strike="noStrike" cap="none" spc="2160">
                <a:solidFill>
                  <a:schemeClr val="bg2">
                    <a:lumMod val="75000"/>
                  </a:schemeClr>
                </a:solidFill>
                <a:effectLst/>
                <a:latin typeface="Lato" panose="020F0502020204030203" pitchFamily="34" charset="0"/>
                <a:ea typeface="Lato" panose="020F0502020204030203" pitchFamily="34" charset="0"/>
                <a:cs typeface="Lato" panose="020F0502020204030203" pitchFamily="34" charset="0"/>
                <a:sym typeface="Arial"/>
              </a:rPr>
              <a:t>SENIOR DESIGN SHOWCASE | FALL 2025</a:t>
            </a:r>
          </a:p>
        </p:txBody>
      </p:sp>
      <p:pic>
        <p:nvPicPr>
          <p:cNvPr id="6" name="Picture 5" descr="A black background with blue text&#10;&#10;Description automatically generated">
            <a:extLst>
              <a:ext uri="{FF2B5EF4-FFF2-40B4-BE49-F238E27FC236}">
                <a16:creationId xmlns:a16="http://schemas.microsoft.com/office/drawing/2014/main" id="{2FD32501-E43A-6356-0456-A00FEE09EFE0}"/>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1340874" y="29581334"/>
            <a:ext cx="12624508" cy="2302932"/>
          </a:xfrm>
          <a:prstGeom prst="rect">
            <a:avLst/>
          </a:prstGeom>
        </p:spPr>
      </p:pic>
    </p:spTree>
    <p:extLst>
      <p:ext uri="{BB962C8B-B14F-4D97-AF65-F5344CB8AC3E}">
        <p14:creationId xmlns:p14="http://schemas.microsoft.com/office/powerpoint/2010/main" val="185533028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4387368" rtl="0" eaLnBrk="1" latinLnBrk="0" hangingPunct="1">
        <a:lnSpc>
          <a:spcPct val="90000"/>
        </a:lnSpc>
        <a:spcBef>
          <a:spcPct val="0"/>
        </a:spcBef>
        <a:buNone/>
        <a:defRPr sz="21108" kern="1200">
          <a:solidFill>
            <a:schemeClr val="tx1"/>
          </a:solidFill>
          <a:latin typeface="+mj-lt"/>
          <a:ea typeface="+mj-ea"/>
          <a:cs typeface="+mj-cs"/>
        </a:defRPr>
      </a:lvl1pPr>
    </p:titleStyle>
    <p:bodyStyle>
      <a:lvl1pPr marL="1096836" indent="-1096836" algn="l" defTabSz="4387368"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0520" indent="-1096836" algn="l" defTabSz="4387368"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4204" indent="-1096836" algn="l" defTabSz="4387368"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77888"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157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6525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58940"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261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4629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7368" rtl="0" eaLnBrk="1" latinLnBrk="0" hangingPunct="1">
        <a:defRPr sz="8640" kern="1200">
          <a:solidFill>
            <a:schemeClr val="tx1"/>
          </a:solidFill>
          <a:latin typeface="+mn-lt"/>
          <a:ea typeface="+mn-ea"/>
          <a:cs typeface="+mn-cs"/>
        </a:defRPr>
      </a:lvl1pPr>
      <a:lvl2pPr marL="2193684" algn="l" defTabSz="4387368" rtl="0" eaLnBrk="1" latinLnBrk="0" hangingPunct="1">
        <a:defRPr sz="8640" kern="1200">
          <a:solidFill>
            <a:schemeClr val="tx1"/>
          </a:solidFill>
          <a:latin typeface="+mn-lt"/>
          <a:ea typeface="+mn-ea"/>
          <a:cs typeface="+mn-cs"/>
        </a:defRPr>
      </a:lvl2pPr>
      <a:lvl3pPr marL="4387368" algn="l" defTabSz="4387368" rtl="0" eaLnBrk="1" latinLnBrk="0" hangingPunct="1">
        <a:defRPr sz="8640" kern="1200">
          <a:solidFill>
            <a:schemeClr val="tx1"/>
          </a:solidFill>
          <a:latin typeface="+mn-lt"/>
          <a:ea typeface="+mn-ea"/>
          <a:cs typeface="+mn-cs"/>
        </a:defRPr>
      </a:lvl3pPr>
      <a:lvl4pPr marL="6581052" algn="l" defTabSz="4387368" rtl="0" eaLnBrk="1" latinLnBrk="0" hangingPunct="1">
        <a:defRPr sz="8640" kern="1200">
          <a:solidFill>
            <a:schemeClr val="tx1"/>
          </a:solidFill>
          <a:latin typeface="+mn-lt"/>
          <a:ea typeface="+mn-ea"/>
          <a:cs typeface="+mn-cs"/>
        </a:defRPr>
      </a:lvl4pPr>
      <a:lvl5pPr marL="8774724" algn="l" defTabSz="4387368" rtl="0" eaLnBrk="1" latinLnBrk="0" hangingPunct="1">
        <a:defRPr sz="8640" kern="1200">
          <a:solidFill>
            <a:schemeClr val="tx1"/>
          </a:solidFill>
          <a:latin typeface="+mn-lt"/>
          <a:ea typeface="+mn-ea"/>
          <a:cs typeface="+mn-cs"/>
        </a:defRPr>
      </a:lvl5pPr>
      <a:lvl6pPr marL="10968408" algn="l" defTabSz="4387368" rtl="0" eaLnBrk="1" latinLnBrk="0" hangingPunct="1">
        <a:defRPr sz="8640" kern="1200">
          <a:solidFill>
            <a:schemeClr val="tx1"/>
          </a:solidFill>
          <a:latin typeface="+mn-lt"/>
          <a:ea typeface="+mn-ea"/>
          <a:cs typeface="+mn-cs"/>
        </a:defRPr>
      </a:lvl6pPr>
      <a:lvl7pPr marL="13162092" algn="l" defTabSz="4387368" rtl="0" eaLnBrk="1" latinLnBrk="0" hangingPunct="1">
        <a:defRPr sz="8640" kern="1200">
          <a:solidFill>
            <a:schemeClr val="tx1"/>
          </a:solidFill>
          <a:latin typeface="+mn-lt"/>
          <a:ea typeface="+mn-ea"/>
          <a:cs typeface="+mn-cs"/>
        </a:defRPr>
      </a:lvl7pPr>
      <a:lvl8pPr marL="15355776" algn="l" defTabSz="4387368" rtl="0" eaLnBrk="1" latinLnBrk="0" hangingPunct="1">
        <a:defRPr sz="8640" kern="1200">
          <a:solidFill>
            <a:schemeClr val="tx1"/>
          </a:solidFill>
          <a:latin typeface="+mn-lt"/>
          <a:ea typeface="+mn-ea"/>
          <a:cs typeface="+mn-cs"/>
        </a:defRPr>
      </a:lvl8pPr>
      <a:lvl9pPr marL="17549460" algn="l" defTabSz="4387368"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13824"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8375-7F81-EEE6-38C0-4786CEE2D8A2}"/>
            </a:ext>
          </a:extLst>
        </p:cNvPr>
        <p:cNvGrpSpPr/>
        <p:nvPr/>
      </p:nvGrpSpPr>
      <p:grpSpPr>
        <a:xfrm>
          <a:off x="0" y="0"/>
          <a:ext cx="0" cy="0"/>
          <a:chOff x="0" y="0"/>
          <a:chExt cx="0" cy="0"/>
        </a:xfrm>
      </p:grpSpPr>
      <p:sp>
        <p:nvSpPr>
          <p:cNvPr id="11" name="Subtitle 10">
            <a:extLst>
              <a:ext uri="{FF2B5EF4-FFF2-40B4-BE49-F238E27FC236}">
                <a16:creationId xmlns:a16="http://schemas.microsoft.com/office/drawing/2014/main" id="{7F914626-8FE4-9B39-90FB-D2357079DA03}"/>
              </a:ext>
            </a:extLst>
          </p:cNvPr>
          <p:cNvSpPr>
            <a:spLocks noGrp="1"/>
          </p:cNvSpPr>
          <p:nvPr>
            <p:ph type="body" sz="quarter" idx="14"/>
          </p:nvPr>
        </p:nvSpPr>
        <p:spPr>
          <a:xfrm>
            <a:off x="1626276" y="2170920"/>
            <a:ext cx="11395716" cy="1431180"/>
          </a:xfrm>
        </p:spPr>
        <p:txBody>
          <a:bodyPr>
            <a:normAutofit fontScale="92500" lnSpcReduction="10000"/>
          </a:bodyPr>
          <a:lstStyle/>
          <a:p>
            <a:pPr>
              <a:lnSpc>
                <a:spcPct val="120000"/>
              </a:lnSpc>
              <a:spcBef>
                <a:spcPts val="0"/>
              </a:spcBef>
            </a:pPr>
            <a:r>
              <a:rPr lang="en-US">
                <a:solidFill>
                  <a:schemeClr val="bg1"/>
                </a:solidFill>
              </a:rPr>
              <a:t>EGN 4952C</a:t>
            </a:r>
          </a:p>
          <a:p>
            <a:pPr>
              <a:lnSpc>
                <a:spcPct val="120000"/>
              </a:lnSpc>
              <a:spcBef>
                <a:spcPts val="0"/>
              </a:spcBef>
            </a:pPr>
            <a:r>
              <a:rPr lang="en-US">
                <a:solidFill>
                  <a:schemeClr val="bg1"/>
                </a:solidFill>
              </a:rPr>
              <a:t>Electrical Engineering &amp; Computer S</a:t>
            </a:r>
            <a:r>
              <a:rPr lang="en-US"/>
              <a:t>cience</a:t>
            </a:r>
            <a:endParaRPr lang="en-US">
              <a:solidFill>
                <a:schemeClr val="bg1"/>
              </a:solidFill>
            </a:endParaRPr>
          </a:p>
        </p:txBody>
      </p:sp>
      <p:sp>
        <p:nvSpPr>
          <p:cNvPr id="10" name="Title 9">
            <a:extLst>
              <a:ext uri="{FF2B5EF4-FFF2-40B4-BE49-F238E27FC236}">
                <a16:creationId xmlns:a16="http://schemas.microsoft.com/office/drawing/2014/main" id="{3DFA88E9-9135-07A7-4A1B-3D04FA194824}"/>
              </a:ext>
            </a:extLst>
          </p:cNvPr>
          <p:cNvSpPr>
            <a:spLocks noGrp="1"/>
          </p:cNvSpPr>
          <p:nvPr>
            <p:ph type="ctrTitle" idx="4294967295"/>
          </p:nvPr>
        </p:nvSpPr>
        <p:spPr>
          <a:xfrm>
            <a:off x="1561122" y="47779"/>
            <a:ext cx="13703029" cy="3052626"/>
          </a:xfrm>
          <a:prstGeom prst="rect">
            <a:avLst/>
          </a:prstGeom>
        </p:spPr>
        <p:txBody>
          <a:bodyPr lIns="91440" tIns="45720" rIns="91440" bIns="45720" anchor="t">
            <a:normAutofit fontScale="90000"/>
          </a:bodyPr>
          <a:lstStyle/>
          <a:p>
            <a:r>
              <a:rPr lang="en-US" sz="8600" b="1">
                <a:solidFill>
                  <a:schemeClr val="bg1"/>
                </a:solidFill>
                <a:latin typeface="Lato"/>
                <a:ea typeface="Lato"/>
                <a:cs typeface="Lato"/>
              </a:rPr>
              <a:t>Drone Imagery Based Parking Management System  </a:t>
            </a:r>
            <a:endParaRPr lang="en-US" sz="8640" b="1">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2" name="Subtitle 10">
            <a:extLst>
              <a:ext uri="{FF2B5EF4-FFF2-40B4-BE49-F238E27FC236}">
                <a16:creationId xmlns:a16="http://schemas.microsoft.com/office/drawing/2014/main" id="{5CA804FB-EB6F-7D10-0327-9E0332EDA2A0}"/>
              </a:ext>
            </a:extLst>
          </p:cNvPr>
          <p:cNvSpPr txBox="1">
            <a:spLocks/>
          </p:cNvSpPr>
          <p:nvPr/>
        </p:nvSpPr>
        <p:spPr>
          <a:xfrm>
            <a:off x="16289239" y="607832"/>
            <a:ext cx="6495528" cy="3966604"/>
          </a:xfrm>
          <a:prstGeom prst="rect">
            <a:avLst/>
          </a:prstGeom>
        </p:spPr>
        <p:txBody>
          <a:bodyPr vert="horz" lIns="329184" tIns="164592" rIns="329184" bIns="164592"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1000"/>
              </a:spcAft>
            </a:pPr>
            <a:r>
              <a:rPr lang="en-US" sz="4300">
                <a:solidFill>
                  <a:schemeClr val="bg1"/>
                </a:solidFill>
                <a:latin typeface="Lato"/>
                <a:ea typeface="Lato"/>
                <a:cs typeface="Lato"/>
              </a:rPr>
              <a:t>Team Members</a:t>
            </a:r>
            <a:endParaRPr lang="en-US"/>
          </a:p>
          <a:p>
            <a:pPr algn="l"/>
            <a:r>
              <a:rPr lang="en-US" sz="3600">
                <a:solidFill>
                  <a:schemeClr val="bg1"/>
                </a:solidFill>
                <a:latin typeface="Lato"/>
                <a:ea typeface="Lato"/>
                <a:cs typeface="Lato"/>
              </a:rPr>
              <a:t>Khalid Abdallah</a:t>
            </a:r>
            <a:endParaRPr lang="en-US" sz="3600">
              <a:solidFill>
                <a:schemeClr val="bg1"/>
              </a:solidFill>
            </a:endParaRPr>
          </a:p>
          <a:p>
            <a:pPr algn="l"/>
            <a:r>
              <a:rPr lang="en-US" sz="3600">
                <a:solidFill>
                  <a:schemeClr val="bg1"/>
                </a:solidFill>
                <a:latin typeface="Lato"/>
                <a:ea typeface="Lato"/>
                <a:cs typeface="Lato"/>
              </a:rPr>
              <a:t>Gabriel Fusaro</a:t>
            </a:r>
            <a:endParaRPr lang="en-US" sz="3600">
              <a:solidFill>
                <a:schemeClr val="bg1"/>
              </a:solidFill>
            </a:endParaRPr>
          </a:p>
          <a:p>
            <a:pPr algn="l"/>
            <a:r>
              <a:rPr lang="en-US" sz="3600">
                <a:solidFill>
                  <a:schemeClr val="bg1"/>
                </a:solidFill>
                <a:latin typeface="Lato"/>
                <a:ea typeface="Lato"/>
                <a:cs typeface="Lato"/>
              </a:rPr>
              <a:t>Bryan Gatto</a:t>
            </a:r>
            <a:endParaRPr lang="en-US" sz="3600">
              <a:solidFill>
                <a:schemeClr val="bg1"/>
              </a:solidFill>
              <a:latin typeface="Lato" panose="020F0502020204030203" pitchFamily="34" charset="0"/>
              <a:ea typeface="Lato" panose="020F0502020204030203" pitchFamily="34" charset="0"/>
              <a:cs typeface="Lato" panose="020F0502020204030203" pitchFamily="34" charset="0"/>
            </a:endParaRPr>
          </a:p>
          <a:p>
            <a:pPr algn="l"/>
            <a:r>
              <a:rPr lang="en-US" sz="3600">
                <a:solidFill>
                  <a:schemeClr val="bg1"/>
                </a:solidFill>
                <a:latin typeface="Lato"/>
                <a:ea typeface="Lato"/>
                <a:cs typeface="Lato"/>
              </a:rPr>
              <a:t>Oliver Si</a:t>
            </a:r>
          </a:p>
          <a:p>
            <a:pPr algn="l"/>
            <a:r>
              <a:rPr lang="en-US" sz="3600">
                <a:solidFill>
                  <a:schemeClr val="bg1"/>
                </a:solidFill>
                <a:latin typeface="Lato"/>
                <a:ea typeface="Lato"/>
                <a:cs typeface="Lato"/>
              </a:rPr>
              <a:t>Lance Van</a:t>
            </a:r>
          </a:p>
        </p:txBody>
      </p:sp>
      <p:sp>
        <p:nvSpPr>
          <p:cNvPr id="13" name="Subtitle 10">
            <a:extLst>
              <a:ext uri="{FF2B5EF4-FFF2-40B4-BE49-F238E27FC236}">
                <a16:creationId xmlns:a16="http://schemas.microsoft.com/office/drawing/2014/main" id="{B8D49EDA-99E5-F2DF-9FB9-B791B80BE912}"/>
              </a:ext>
            </a:extLst>
          </p:cNvPr>
          <p:cNvSpPr txBox="1">
            <a:spLocks/>
          </p:cNvSpPr>
          <p:nvPr/>
        </p:nvSpPr>
        <p:spPr>
          <a:xfrm>
            <a:off x="14714202" y="1395146"/>
            <a:ext cx="6701244" cy="3331044"/>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br>
              <a:rPr lang="en-US" sz="3200">
                <a:latin typeface="Lato" panose="020F0502020204030203" pitchFamily="34" charset="0"/>
                <a:ea typeface="Lato" panose="020F0502020204030203" pitchFamily="34" charset="0"/>
                <a:cs typeface="Lato" panose="020F0502020204030203" pitchFamily="34" charset="0"/>
              </a:rPr>
            </a:br>
            <a:endParaRPr lang="en-US" sz="3200" b="0">
              <a:solidFill>
                <a:schemeClr val="bg1"/>
              </a:solidFill>
              <a:latin typeface="Lato"/>
              <a:ea typeface="Lato"/>
              <a:cs typeface="Lato"/>
            </a:endParaRPr>
          </a:p>
        </p:txBody>
      </p:sp>
      <p:sp>
        <p:nvSpPr>
          <p:cNvPr id="17" name="Subtitle 10">
            <a:extLst>
              <a:ext uri="{FF2B5EF4-FFF2-40B4-BE49-F238E27FC236}">
                <a16:creationId xmlns:a16="http://schemas.microsoft.com/office/drawing/2014/main" id="{5AC7EC72-F3E9-1CDD-2F5A-51D0A2306345}"/>
              </a:ext>
            </a:extLst>
          </p:cNvPr>
          <p:cNvSpPr txBox="1">
            <a:spLocks/>
          </p:cNvSpPr>
          <p:nvPr/>
        </p:nvSpPr>
        <p:spPr>
          <a:xfrm>
            <a:off x="23955004" y="3179011"/>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Project Advisor</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8" name="Subtitle 10">
            <a:extLst>
              <a:ext uri="{FF2B5EF4-FFF2-40B4-BE49-F238E27FC236}">
                <a16:creationId xmlns:a16="http://schemas.microsoft.com/office/drawing/2014/main" id="{213D8421-AEEC-F89A-90C4-1FE4DDAE70AF}"/>
              </a:ext>
            </a:extLst>
          </p:cNvPr>
          <p:cNvSpPr txBox="1">
            <a:spLocks/>
          </p:cNvSpPr>
          <p:nvPr/>
        </p:nvSpPr>
        <p:spPr>
          <a:xfrm>
            <a:off x="23955003" y="4080343"/>
            <a:ext cx="8425547" cy="971819"/>
          </a:xfrm>
          <a:prstGeom prst="rect">
            <a:avLst/>
          </a:prstGeom>
        </p:spPr>
        <p:txBody>
          <a:bodyPr vert="horz" lIns="329184" tIns="164592" rIns="329184" bIns="164592"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b="0">
                <a:solidFill>
                  <a:schemeClr val="bg1"/>
                </a:solidFill>
                <a:latin typeface="Lato"/>
                <a:ea typeface="Lato"/>
                <a:cs typeface="Lato"/>
              </a:rPr>
              <a:t>Dr. Zhen Ni</a:t>
            </a:r>
            <a:endParaRPr lang="en-US" sz="216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9" name="Title 9">
            <a:extLst>
              <a:ext uri="{FF2B5EF4-FFF2-40B4-BE49-F238E27FC236}">
                <a16:creationId xmlns:a16="http://schemas.microsoft.com/office/drawing/2014/main" id="{0B62C2F7-EB54-F394-7798-F1B17C635264}"/>
              </a:ext>
            </a:extLst>
          </p:cNvPr>
          <p:cNvSpPr txBox="1">
            <a:spLocks/>
          </p:cNvSpPr>
          <p:nvPr/>
        </p:nvSpPr>
        <p:spPr>
          <a:xfrm>
            <a:off x="29666544" y="5554109"/>
            <a:ext cx="8425548"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a:latin typeface="Lato" panose="020F0502020204030203" pitchFamily="34" charset="0"/>
                <a:ea typeface="Lato" panose="020F0502020204030203" pitchFamily="34" charset="0"/>
                <a:cs typeface="Lato" panose="020F0502020204030203" pitchFamily="34" charset="0"/>
              </a:rPr>
              <a:t>Problem Statement</a:t>
            </a:r>
          </a:p>
        </p:txBody>
      </p:sp>
      <p:sp>
        <p:nvSpPr>
          <p:cNvPr id="20" name="Subtitle 10">
            <a:extLst>
              <a:ext uri="{FF2B5EF4-FFF2-40B4-BE49-F238E27FC236}">
                <a16:creationId xmlns:a16="http://schemas.microsoft.com/office/drawing/2014/main" id="{5E368D24-68FA-ED3E-69A4-2A44FE1BF2D6}"/>
              </a:ext>
            </a:extLst>
          </p:cNvPr>
          <p:cNvSpPr txBox="1">
            <a:spLocks/>
          </p:cNvSpPr>
          <p:nvPr/>
        </p:nvSpPr>
        <p:spPr>
          <a:xfrm>
            <a:off x="29675580" y="6618338"/>
            <a:ext cx="13410588" cy="8360497"/>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950" b="0">
                <a:highlight>
                  <a:srgbClr val="FFFFFF"/>
                </a:highlight>
                <a:latin typeface="Lato"/>
                <a:ea typeface="Lato"/>
                <a:cs typeface="Lato"/>
              </a:rPr>
              <a:t>Parking congestion remains a major challenge at Florida Atlantic University’s (FAU) Boca Raton campus, particularly during peak academic hours and special events such as football games. Students, faculty, and staff often spend significant time searching for available parking, which results in:</a:t>
            </a:r>
            <a:endParaRPr lang="en-US" sz="3950" b="0">
              <a:highlight>
                <a:srgbClr val="606060"/>
              </a:highlight>
              <a:latin typeface="Lato"/>
              <a:ea typeface="Lato"/>
              <a:cs typeface="Lato"/>
            </a:endParaRPr>
          </a:p>
          <a:p>
            <a:pPr marL="742950" lvl="1" indent="-285750" algn="just">
              <a:buFont typeface="Symbol"/>
              <a:buChar char="•"/>
            </a:pPr>
            <a:r>
              <a:rPr lang="en-US" sz="3550" b="0">
                <a:highlight>
                  <a:srgbClr val="FFFFFF"/>
                </a:highlight>
                <a:latin typeface="Lato"/>
                <a:ea typeface="Lato"/>
                <a:cs typeface="Lato"/>
              </a:rPr>
              <a:t>Increased traffic flow within lots</a:t>
            </a:r>
            <a:endParaRPr lang="en-US" sz="3550" b="0">
              <a:highlight>
                <a:srgbClr val="606060"/>
              </a:highlight>
              <a:latin typeface="Lato"/>
              <a:ea typeface="Lato"/>
              <a:cs typeface="Lato"/>
            </a:endParaRPr>
          </a:p>
          <a:p>
            <a:pPr marL="742950" lvl="1" indent="-285750" algn="just">
              <a:buFont typeface="Symbol"/>
              <a:buChar char="•"/>
            </a:pPr>
            <a:r>
              <a:rPr lang="en-US" sz="3550" b="0">
                <a:highlight>
                  <a:srgbClr val="FFFFFF"/>
                </a:highlight>
                <a:latin typeface="Lato"/>
                <a:ea typeface="Lato"/>
                <a:cs typeface="Lato"/>
              </a:rPr>
              <a:t>Wasted fuel and time</a:t>
            </a:r>
            <a:endParaRPr lang="en-US" sz="3550" b="0">
              <a:highlight>
                <a:srgbClr val="606060"/>
              </a:highlight>
              <a:latin typeface="Lato"/>
              <a:ea typeface="Lato"/>
              <a:cs typeface="Lato"/>
            </a:endParaRPr>
          </a:p>
          <a:p>
            <a:pPr marL="742950" lvl="1" indent="-285750" algn="just">
              <a:buFont typeface="Symbol"/>
              <a:buChar char="•"/>
            </a:pPr>
            <a:r>
              <a:rPr lang="en-US" sz="3550" b="0">
                <a:highlight>
                  <a:srgbClr val="FFFFFF"/>
                </a:highlight>
                <a:latin typeface="Lato"/>
                <a:ea typeface="Lato"/>
                <a:cs typeface="Lato"/>
              </a:rPr>
              <a:t>Frustration and reduced campus experience</a:t>
            </a:r>
            <a:endParaRPr lang="en-US" sz="3550" b="0">
              <a:highlight>
                <a:srgbClr val="606060"/>
              </a:highlight>
              <a:latin typeface="Lato"/>
              <a:ea typeface="Lato"/>
              <a:cs typeface="Lato"/>
            </a:endParaRPr>
          </a:p>
          <a:p>
            <a:pPr algn="just"/>
            <a:r>
              <a:rPr lang="en-US" sz="3950" b="0">
                <a:highlight>
                  <a:srgbClr val="FFFFFF"/>
                </a:highlight>
                <a:latin typeface="Lato"/>
                <a:ea typeface="Lato"/>
                <a:cs typeface="Lato"/>
              </a:rPr>
              <a:t>Currently, there is no efficient real-time system to guide drivers to available spaces in open-air lots based on parking category (student, faculty/staff, disabled, visitor)</a:t>
            </a:r>
            <a:r>
              <a:rPr lang="en-US" sz="4000" b="0">
                <a:highlight>
                  <a:srgbClr val="FFFFFF"/>
                </a:highlight>
                <a:latin typeface="Lato SemiBold"/>
                <a:ea typeface="Lato SemiBold"/>
                <a:cs typeface="Lato SemiBold"/>
              </a:rPr>
              <a:t>.</a:t>
            </a:r>
            <a:endParaRPr lang="en-US" sz="4000" b="0">
              <a:highlight>
                <a:srgbClr val="606060"/>
              </a:highlight>
              <a:latin typeface="Lato SemiBold"/>
              <a:ea typeface="Lato SemiBold"/>
              <a:cs typeface="Lato SemiBold"/>
            </a:endParaRPr>
          </a:p>
          <a:p>
            <a:pPr algn="just">
              <a:lnSpc>
                <a:spcPct val="120000"/>
              </a:lnSpc>
            </a:pPr>
            <a:endParaRPr lang="en-US" sz="3600" b="0">
              <a:latin typeface="Lato SemiBold"/>
              <a:ea typeface="Lato SemiBold"/>
              <a:cs typeface="Lato SemiBold"/>
            </a:endParaRPr>
          </a:p>
        </p:txBody>
      </p:sp>
      <p:sp>
        <p:nvSpPr>
          <p:cNvPr id="26" name="Subtitle 10">
            <a:extLst>
              <a:ext uri="{FF2B5EF4-FFF2-40B4-BE49-F238E27FC236}">
                <a16:creationId xmlns:a16="http://schemas.microsoft.com/office/drawing/2014/main" id="{1C2C67EA-891A-6BBD-63C2-D8D39276F31A}"/>
              </a:ext>
            </a:extLst>
          </p:cNvPr>
          <p:cNvSpPr txBox="1">
            <a:spLocks/>
          </p:cNvSpPr>
          <p:nvPr/>
        </p:nvSpPr>
        <p:spPr>
          <a:xfrm>
            <a:off x="1358600" y="3893680"/>
            <a:ext cx="10816044" cy="1097280"/>
          </a:xfrm>
          <a:prstGeom prst="rect">
            <a:avLst/>
          </a:prstGeom>
        </p:spPr>
        <p:txBody>
          <a:bodyPr vert="horz" lIns="329184" tIns="164592" rIns="329184" bIns="164592"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00">
                <a:solidFill>
                  <a:schemeClr val="bg1"/>
                </a:solidFill>
                <a:latin typeface="Lato"/>
                <a:ea typeface="Lato"/>
                <a:cs typeface="Lato"/>
              </a:rPr>
              <a:t>Sponsored by: </a:t>
            </a:r>
            <a:r>
              <a:rPr lang="en-US" sz="4300" b="0">
                <a:solidFill>
                  <a:schemeClr val="bg1"/>
                </a:solidFill>
                <a:latin typeface="Lato"/>
                <a:ea typeface="Lato"/>
                <a:cs typeface="Lato"/>
              </a:rPr>
              <a:t>Dr. Arslan Munir</a:t>
            </a:r>
            <a:endParaRPr lang="en-US" sz="4320" b="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5" name="Title 9">
            <a:extLst>
              <a:ext uri="{FF2B5EF4-FFF2-40B4-BE49-F238E27FC236}">
                <a16:creationId xmlns:a16="http://schemas.microsoft.com/office/drawing/2014/main" id="{A146A562-4D4A-5C25-5032-CBEF29066A63}"/>
              </a:ext>
            </a:extLst>
          </p:cNvPr>
          <p:cNvSpPr txBox="1">
            <a:spLocks/>
          </p:cNvSpPr>
          <p:nvPr/>
        </p:nvSpPr>
        <p:spPr>
          <a:xfrm>
            <a:off x="29675701" y="13585298"/>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a:latin typeface="Lato" panose="020F0502020204030203" pitchFamily="34" charset="0"/>
                <a:ea typeface="Lato" panose="020F0502020204030203" pitchFamily="34" charset="0"/>
                <a:cs typeface="Lato" panose="020F0502020204030203" pitchFamily="34" charset="0"/>
              </a:rPr>
              <a:t>Results</a:t>
            </a:r>
          </a:p>
        </p:txBody>
      </p:sp>
      <p:sp>
        <p:nvSpPr>
          <p:cNvPr id="36" name="Subtitle 10">
            <a:extLst>
              <a:ext uri="{FF2B5EF4-FFF2-40B4-BE49-F238E27FC236}">
                <a16:creationId xmlns:a16="http://schemas.microsoft.com/office/drawing/2014/main" id="{2EDCD4F1-C3B1-D57A-FFFD-1A3063D0288D}"/>
              </a:ext>
            </a:extLst>
          </p:cNvPr>
          <p:cNvSpPr txBox="1">
            <a:spLocks/>
          </p:cNvSpPr>
          <p:nvPr/>
        </p:nvSpPr>
        <p:spPr>
          <a:xfrm>
            <a:off x="29737341" y="14663343"/>
            <a:ext cx="13412777" cy="7594474"/>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950" b="0">
                <a:highlight>
                  <a:srgbClr val="FFFFFF"/>
                </a:highlight>
                <a:latin typeface="Lato"/>
                <a:ea typeface="Lato"/>
                <a:cs typeface="Lato"/>
              </a:rPr>
              <a:t>Our team has successfully developed a prototype that addresses the parking congestion problem.</a:t>
            </a:r>
            <a:endParaRPr lang="en-US"/>
          </a:p>
          <a:p>
            <a:pPr algn="just"/>
            <a:r>
              <a:rPr lang="en-US" sz="3950" b="0">
                <a:highlight>
                  <a:srgbClr val="FFFFFF"/>
                </a:highlight>
                <a:latin typeface="Lato"/>
                <a:ea typeface="Lato"/>
                <a:cs typeface="Lato"/>
              </a:rPr>
              <a:t>The navigation program automates the redirection of the drone's position only needing set GPS checkpoints, sends quality JPEG images to the server, and can adapt to unexpected flight conditions by implementing corrective procedures.  </a:t>
            </a:r>
          </a:p>
          <a:p>
            <a:pPr algn="just"/>
            <a:r>
              <a:rPr lang="en-US" sz="3950" b="0">
                <a:highlight>
                  <a:srgbClr val="FFFFFF"/>
                </a:highlight>
                <a:latin typeface="Lato"/>
                <a:ea typeface="Lato"/>
                <a:cs typeface="Lato"/>
              </a:rPr>
              <a:t>The backend ingests drone imagery, aligns the new drone image then preprocesses the image which is subsequently sent to the detection model to determine vehicle occupancy, and updates the database.</a:t>
            </a:r>
          </a:p>
          <a:p>
            <a:pPr algn="just"/>
            <a:r>
              <a:rPr lang="en-US" sz="3950" b="0">
                <a:highlight>
                  <a:srgbClr val="FFFFFF"/>
                </a:highlight>
                <a:latin typeface="Lato"/>
                <a:ea typeface="Lato"/>
                <a:cs typeface="Lato"/>
              </a:rPr>
              <a:t>The frontend program creates an easy-to-read mobile app with a user interface that shows the user helpful information such as the number of available spots and their locations.</a:t>
            </a:r>
          </a:p>
        </p:txBody>
      </p:sp>
      <p:sp>
        <p:nvSpPr>
          <p:cNvPr id="38" name="Subtitle 10">
            <a:extLst>
              <a:ext uri="{FF2B5EF4-FFF2-40B4-BE49-F238E27FC236}">
                <a16:creationId xmlns:a16="http://schemas.microsoft.com/office/drawing/2014/main" id="{913A35CE-9B7B-128E-CFC9-E488B8DB5B89}"/>
              </a:ext>
            </a:extLst>
          </p:cNvPr>
          <p:cNvSpPr txBox="1">
            <a:spLocks/>
          </p:cNvSpPr>
          <p:nvPr/>
        </p:nvSpPr>
        <p:spPr>
          <a:xfrm>
            <a:off x="29665625" y="24608636"/>
            <a:ext cx="13412898" cy="6700745"/>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pPr>
            <a:r>
              <a:rPr lang="en-US" sz="3950" b="0">
                <a:latin typeface="Lato"/>
                <a:ea typeface="Lato"/>
                <a:cs typeface="Lato"/>
              </a:rPr>
              <a:t>This project allows for an easy implementation of open-lot occupancy monitoring as it can obtain quality data of any parking lot after retrieving the relevant GPS coordinates without installing permanent equipment on existing infrastructure. The project also makes it easy for drivers to see spaces amidst congestion through the user-friendly mobile app.  This ensures that everyone involved, whether driver or facility manager, has a practical, flexible, and affordable way to manage traffic better. This system is scalable so that it may be implemented on any and multiple open-air lots.</a:t>
            </a:r>
          </a:p>
        </p:txBody>
      </p:sp>
      <p:sp>
        <p:nvSpPr>
          <p:cNvPr id="39" name="Title 9">
            <a:extLst>
              <a:ext uri="{FF2B5EF4-FFF2-40B4-BE49-F238E27FC236}">
                <a16:creationId xmlns:a16="http://schemas.microsoft.com/office/drawing/2014/main" id="{E46AB4B0-41B9-AD16-8DD2-2F00C965BB8D}"/>
              </a:ext>
            </a:extLst>
          </p:cNvPr>
          <p:cNvSpPr txBox="1">
            <a:spLocks/>
          </p:cNvSpPr>
          <p:nvPr/>
        </p:nvSpPr>
        <p:spPr>
          <a:xfrm>
            <a:off x="29675574" y="23567289"/>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a:latin typeface="Lato" panose="020F0502020204030203" pitchFamily="34" charset="0"/>
                <a:ea typeface="Lato" panose="020F0502020204030203" pitchFamily="34" charset="0"/>
                <a:cs typeface="Lato" panose="020F0502020204030203" pitchFamily="34" charset="0"/>
              </a:rPr>
              <a:t>Conclusions &amp; Impact</a:t>
            </a:r>
          </a:p>
        </p:txBody>
      </p:sp>
      <p:sp>
        <p:nvSpPr>
          <p:cNvPr id="40" name="Title 9">
            <a:extLst>
              <a:ext uri="{FF2B5EF4-FFF2-40B4-BE49-F238E27FC236}">
                <a16:creationId xmlns:a16="http://schemas.microsoft.com/office/drawing/2014/main" id="{D81EE614-8AB3-A78E-7C13-101E7BC32414}"/>
              </a:ext>
            </a:extLst>
          </p:cNvPr>
          <p:cNvSpPr txBox="1">
            <a:spLocks/>
          </p:cNvSpPr>
          <p:nvPr/>
        </p:nvSpPr>
        <p:spPr>
          <a:xfrm>
            <a:off x="33018130" y="2945865"/>
            <a:ext cx="2002329" cy="1645920"/>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r"/>
            <a:r>
              <a:rPr lang="en-US" sz="8600">
                <a:solidFill>
                  <a:schemeClr val="bg1"/>
                </a:solidFill>
                <a:latin typeface="Lato"/>
                <a:ea typeface="Lato"/>
                <a:cs typeface="Lato"/>
              </a:rPr>
              <a:t>#7</a:t>
            </a:r>
          </a:p>
        </p:txBody>
      </p:sp>
      <p:sp>
        <p:nvSpPr>
          <p:cNvPr id="2" name="Subtitle 10">
            <a:extLst>
              <a:ext uri="{FF2B5EF4-FFF2-40B4-BE49-F238E27FC236}">
                <a16:creationId xmlns:a16="http://schemas.microsoft.com/office/drawing/2014/main" id="{85F64DA4-E874-01E3-438C-9F191EA2F5EA}"/>
              </a:ext>
            </a:extLst>
          </p:cNvPr>
          <p:cNvSpPr txBox="1">
            <a:spLocks/>
          </p:cNvSpPr>
          <p:nvPr/>
        </p:nvSpPr>
        <p:spPr>
          <a:xfrm>
            <a:off x="23887423" y="600767"/>
            <a:ext cx="8304791"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Faculty Course Facilitator </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 name="Subtitle 10">
            <a:extLst>
              <a:ext uri="{FF2B5EF4-FFF2-40B4-BE49-F238E27FC236}">
                <a16:creationId xmlns:a16="http://schemas.microsoft.com/office/drawing/2014/main" id="{9083AB8A-151D-D028-02AF-23DFDB52A49D}"/>
              </a:ext>
            </a:extLst>
          </p:cNvPr>
          <p:cNvSpPr txBox="1">
            <a:spLocks/>
          </p:cNvSpPr>
          <p:nvPr/>
        </p:nvSpPr>
        <p:spPr>
          <a:xfrm>
            <a:off x="23887423" y="1502099"/>
            <a:ext cx="6701243" cy="1169012"/>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b="0">
                <a:solidFill>
                  <a:schemeClr val="bg1"/>
                </a:solidFill>
                <a:latin typeface="Lato"/>
                <a:ea typeface="Lato"/>
                <a:cs typeface="Lato"/>
              </a:rPr>
              <a:t>Dr. Waseem Asghar</a:t>
            </a:r>
            <a:endParaRPr lang="en-US" sz="3240" b="0">
              <a:solidFill>
                <a:schemeClr val="bg1"/>
              </a:solidFill>
              <a:latin typeface="Lato" panose="020F0502020204030203" pitchFamily="34" charset="0"/>
              <a:ea typeface="Lato" panose="020F0502020204030203" pitchFamily="34" charset="0"/>
              <a:cs typeface="Lato" panose="020F0502020204030203" pitchFamily="34" charset="0"/>
            </a:endParaRPr>
          </a:p>
          <a:p>
            <a:pPr algn="l"/>
            <a:r>
              <a:rPr lang="en-US" sz="3200" b="0">
                <a:solidFill>
                  <a:schemeClr val="bg1"/>
                </a:solidFill>
                <a:latin typeface="Lato"/>
                <a:ea typeface="Lato"/>
                <a:cs typeface="Lato"/>
              </a:rPr>
              <a:t>Dr. </a:t>
            </a:r>
            <a:r>
              <a:rPr lang="en-US" sz="3200" b="0" err="1">
                <a:solidFill>
                  <a:schemeClr val="bg1"/>
                </a:solidFill>
                <a:latin typeface="Lato"/>
                <a:ea typeface="Lato"/>
                <a:cs typeface="Lato"/>
              </a:rPr>
              <a:t>KwangSoo</a:t>
            </a:r>
            <a:r>
              <a:rPr lang="en-US" sz="3200" b="0">
                <a:solidFill>
                  <a:schemeClr val="bg1"/>
                </a:solidFill>
                <a:latin typeface="Lato"/>
                <a:ea typeface="Lato"/>
                <a:cs typeface="Lato"/>
              </a:rPr>
              <a:t> Yang</a:t>
            </a:r>
            <a:endParaRPr lang="en-US" sz="3240">
              <a:solidFill>
                <a:schemeClr val="bg1"/>
              </a:solidFill>
              <a:latin typeface="Lato" panose="020F0502020204030203" pitchFamily="34" charset="0"/>
              <a:ea typeface="Lato" panose="020F0502020204030203" pitchFamily="34" charset="0"/>
              <a:cs typeface="Lato" panose="020F0502020204030203" pitchFamily="34" charset="0"/>
            </a:endParaRPr>
          </a:p>
        </p:txBody>
      </p:sp>
      <p:pic>
        <p:nvPicPr>
          <p:cNvPr id="24" name="Picture 23" descr="A drone and a remote control&#10;&#10;AI-generated content may be incorrect.">
            <a:extLst>
              <a:ext uri="{FF2B5EF4-FFF2-40B4-BE49-F238E27FC236}">
                <a16:creationId xmlns:a16="http://schemas.microsoft.com/office/drawing/2014/main" id="{8D27D541-1F1C-BEBF-1CAA-9F07E95AAA6D}"/>
              </a:ext>
            </a:extLst>
          </p:cNvPr>
          <p:cNvPicPr>
            <a:picLocks noChangeAspect="1"/>
          </p:cNvPicPr>
          <p:nvPr/>
        </p:nvPicPr>
        <p:blipFill>
          <a:blip r:embed="rId3"/>
          <a:srcRect l="-127" r="-356" b="1266"/>
          <a:stretch>
            <a:fillRect/>
          </a:stretch>
        </p:blipFill>
        <p:spPr>
          <a:xfrm>
            <a:off x="18668882" y="7943766"/>
            <a:ext cx="6518324" cy="6722939"/>
          </a:xfrm>
          <a:prstGeom prst="rect">
            <a:avLst/>
          </a:prstGeom>
        </p:spPr>
      </p:pic>
      <p:sp>
        <p:nvSpPr>
          <p:cNvPr id="31" name="Rectangle 30">
            <a:extLst>
              <a:ext uri="{FF2B5EF4-FFF2-40B4-BE49-F238E27FC236}">
                <a16:creationId xmlns:a16="http://schemas.microsoft.com/office/drawing/2014/main" id="{BEDA7773-CAAA-A1C8-8151-2BEACB2C78BD}"/>
              </a:ext>
            </a:extLst>
          </p:cNvPr>
          <p:cNvSpPr/>
          <p:nvPr/>
        </p:nvSpPr>
        <p:spPr>
          <a:xfrm>
            <a:off x="888395" y="17057290"/>
            <a:ext cx="13825558" cy="1205899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FD618C97-B0FA-A32A-8359-6BDD4506BD00}"/>
              </a:ext>
            </a:extLst>
          </p:cNvPr>
          <p:cNvGrpSpPr/>
          <p:nvPr/>
        </p:nvGrpSpPr>
        <p:grpSpPr>
          <a:xfrm>
            <a:off x="15029411" y="17057290"/>
            <a:ext cx="13825558" cy="12058997"/>
            <a:chOff x="15029411" y="17057290"/>
            <a:chExt cx="13825558" cy="12058997"/>
          </a:xfrm>
        </p:grpSpPr>
        <p:grpSp>
          <p:nvGrpSpPr>
            <p:cNvPr id="29" name="Group 28">
              <a:extLst>
                <a:ext uri="{FF2B5EF4-FFF2-40B4-BE49-F238E27FC236}">
                  <a16:creationId xmlns:a16="http://schemas.microsoft.com/office/drawing/2014/main" id="{E7EA94E7-DEC1-B6E2-072C-C31E4775219B}"/>
                </a:ext>
              </a:extLst>
            </p:cNvPr>
            <p:cNvGrpSpPr/>
            <p:nvPr/>
          </p:nvGrpSpPr>
          <p:grpSpPr>
            <a:xfrm>
              <a:off x="15975783" y="17245712"/>
              <a:ext cx="11932653" cy="11691442"/>
              <a:chOff x="-372865" y="5886434"/>
              <a:chExt cx="15490832" cy="14551020"/>
            </a:xfrm>
          </p:grpSpPr>
          <p:pic>
            <p:nvPicPr>
              <p:cNvPr id="14" name="Picture 13" descr="A screenshot of a phone&#10;&#10;AI-generated content may be incorrect.">
                <a:extLst>
                  <a:ext uri="{FF2B5EF4-FFF2-40B4-BE49-F238E27FC236}">
                    <a16:creationId xmlns:a16="http://schemas.microsoft.com/office/drawing/2014/main" id="{138E8298-BA61-ABB3-E298-F242C58F2483}"/>
                  </a:ext>
                </a:extLst>
              </p:cNvPr>
              <p:cNvPicPr>
                <a:picLocks noChangeAspect="1"/>
              </p:cNvPicPr>
              <p:nvPr/>
            </p:nvPicPr>
            <p:blipFill>
              <a:blip r:embed="rId4"/>
              <a:stretch>
                <a:fillRect/>
              </a:stretch>
            </p:blipFill>
            <p:spPr>
              <a:xfrm>
                <a:off x="-372865" y="5886434"/>
                <a:ext cx="7041791" cy="14551020"/>
              </a:xfrm>
              <a:prstGeom prst="rect">
                <a:avLst/>
              </a:prstGeom>
              <a:ln w="28575">
                <a:solidFill>
                  <a:schemeClr val="tx1"/>
                </a:solidFill>
              </a:ln>
            </p:spPr>
          </p:pic>
          <p:pic>
            <p:nvPicPr>
              <p:cNvPr id="15" name="Picture 14" descr="A screenshot of a phone&#10;&#10;AI-generated content may be incorrect.">
                <a:extLst>
                  <a:ext uri="{FF2B5EF4-FFF2-40B4-BE49-F238E27FC236}">
                    <a16:creationId xmlns:a16="http://schemas.microsoft.com/office/drawing/2014/main" id="{AA096F81-38B1-03B2-90D7-38947CB90158}"/>
                  </a:ext>
                </a:extLst>
              </p:cNvPr>
              <p:cNvPicPr>
                <a:picLocks noChangeAspect="1"/>
              </p:cNvPicPr>
              <p:nvPr/>
            </p:nvPicPr>
            <p:blipFill>
              <a:blip r:embed="rId5"/>
              <a:stretch>
                <a:fillRect/>
              </a:stretch>
            </p:blipFill>
            <p:spPr>
              <a:xfrm>
                <a:off x="8318930" y="5886434"/>
                <a:ext cx="6799037" cy="14545179"/>
              </a:xfrm>
              <a:prstGeom prst="rect">
                <a:avLst/>
              </a:prstGeom>
              <a:ln w="28575">
                <a:solidFill>
                  <a:schemeClr val="tx1"/>
                </a:solidFill>
              </a:ln>
            </p:spPr>
          </p:pic>
        </p:grpSp>
        <p:sp>
          <p:nvSpPr>
            <p:cNvPr id="37" name="Rectangle 36">
              <a:extLst>
                <a:ext uri="{FF2B5EF4-FFF2-40B4-BE49-F238E27FC236}">
                  <a16:creationId xmlns:a16="http://schemas.microsoft.com/office/drawing/2014/main" id="{4A7119B0-DAA6-88B0-4DB1-78C987A5F2C0}"/>
                </a:ext>
              </a:extLst>
            </p:cNvPr>
            <p:cNvSpPr/>
            <p:nvPr/>
          </p:nvSpPr>
          <p:spPr>
            <a:xfrm>
              <a:off x="15029411" y="17057290"/>
              <a:ext cx="13825558" cy="1205899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A diagram of a software application&#10;&#10;AI-generated content may be incorrect.">
            <a:extLst>
              <a:ext uri="{FF2B5EF4-FFF2-40B4-BE49-F238E27FC236}">
                <a16:creationId xmlns:a16="http://schemas.microsoft.com/office/drawing/2014/main" id="{CE6E6956-961F-EB9C-20B1-326E9E76301D}"/>
              </a:ext>
            </a:extLst>
          </p:cNvPr>
          <p:cNvPicPr>
            <a:picLocks noChangeAspect="1"/>
          </p:cNvPicPr>
          <p:nvPr/>
        </p:nvPicPr>
        <p:blipFill>
          <a:blip r:embed="rId6"/>
          <a:stretch>
            <a:fillRect/>
          </a:stretch>
        </p:blipFill>
        <p:spPr>
          <a:xfrm>
            <a:off x="2068760" y="5656145"/>
            <a:ext cx="11429039" cy="10643027"/>
          </a:xfrm>
          <a:prstGeom prst="rect">
            <a:avLst/>
          </a:prstGeom>
        </p:spPr>
      </p:pic>
      <p:pic>
        <p:nvPicPr>
          <p:cNvPr id="6" name="Picture 5" descr="Aerial view of a parking lot&#10;&#10;AI-generated content may be incorrect.">
            <a:extLst>
              <a:ext uri="{FF2B5EF4-FFF2-40B4-BE49-F238E27FC236}">
                <a16:creationId xmlns:a16="http://schemas.microsoft.com/office/drawing/2014/main" id="{8E50F27D-CE10-F50F-60FF-1B9337D22758}"/>
              </a:ext>
            </a:extLst>
          </p:cNvPr>
          <p:cNvPicPr>
            <a:picLocks noChangeAspect="1"/>
          </p:cNvPicPr>
          <p:nvPr/>
        </p:nvPicPr>
        <p:blipFill>
          <a:blip r:embed="rId7"/>
          <a:stretch>
            <a:fillRect/>
          </a:stretch>
        </p:blipFill>
        <p:spPr>
          <a:xfrm>
            <a:off x="1109680" y="17179963"/>
            <a:ext cx="13437748" cy="5580835"/>
          </a:xfrm>
          <a:prstGeom prst="rect">
            <a:avLst/>
          </a:prstGeom>
          <a:ln w="28575">
            <a:solidFill>
              <a:schemeClr val="tx1"/>
            </a:solidFill>
          </a:ln>
        </p:spPr>
      </p:pic>
      <p:pic>
        <p:nvPicPr>
          <p:cNvPr id="7" name="Picture 6">
            <a:extLst>
              <a:ext uri="{FF2B5EF4-FFF2-40B4-BE49-F238E27FC236}">
                <a16:creationId xmlns:a16="http://schemas.microsoft.com/office/drawing/2014/main" id="{4D343A55-74F7-B20D-ADE1-05F6E7ABC341}"/>
              </a:ext>
            </a:extLst>
          </p:cNvPr>
          <p:cNvPicPr>
            <a:picLocks noChangeAspect="1"/>
          </p:cNvPicPr>
          <p:nvPr/>
        </p:nvPicPr>
        <p:blipFill>
          <a:blip r:embed="rId8"/>
          <a:srcRect l="-705" t="719" r="1061" b="143"/>
          <a:stretch>
            <a:fillRect/>
          </a:stretch>
        </p:blipFill>
        <p:spPr>
          <a:xfrm>
            <a:off x="1128858" y="23287089"/>
            <a:ext cx="13401935" cy="5469043"/>
          </a:xfrm>
          <a:prstGeom prst="rect">
            <a:avLst/>
          </a:prstGeom>
          <a:ln w="28575">
            <a:solidFill>
              <a:schemeClr val="tx1"/>
            </a:solidFill>
          </a:ln>
        </p:spPr>
      </p:pic>
      <p:sp>
        <p:nvSpPr>
          <p:cNvPr id="23" name="Rectangle 22">
            <a:extLst>
              <a:ext uri="{FF2B5EF4-FFF2-40B4-BE49-F238E27FC236}">
                <a16:creationId xmlns:a16="http://schemas.microsoft.com/office/drawing/2014/main" id="{0E77F56D-064A-9CB5-62EF-69D9A6ED947E}"/>
              </a:ext>
            </a:extLst>
          </p:cNvPr>
          <p:cNvSpPr/>
          <p:nvPr/>
        </p:nvSpPr>
        <p:spPr>
          <a:xfrm>
            <a:off x="15181811" y="17209690"/>
            <a:ext cx="13825558" cy="1205899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69091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974db8-687e-4b42-85ee-4918a76af442">
      <Terms xmlns="http://schemas.microsoft.com/office/infopath/2007/PartnerControls"/>
    </lcf76f155ced4ddcb4097134ff3c332f>
    <TaxCatchAll xmlns="05c89f36-bfae-4e60-a200-56ccb65cfbd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8BC9B15E498BD44952C191E47636216" ma:contentTypeVersion="11" ma:contentTypeDescription="Create a new document." ma:contentTypeScope="" ma:versionID="e3b78f149be0b9ea0e579b613d89249c">
  <xsd:schema xmlns:xsd="http://www.w3.org/2001/XMLSchema" xmlns:xs="http://www.w3.org/2001/XMLSchema" xmlns:p="http://schemas.microsoft.com/office/2006/metadata/properties" xmlns:ns2="c8974db8-687e-4b42-85ee-4918a76af442" xmlns:ns3="05c89f36-bfae-4e60-a200-56ccb65cfbd7" targetNamespace="http://schemas.microsoft.com/office/2006/metadata/properties" ma:root="true" ma:fieldsID="6dccd88cef5b2f5f3f9a245068e9075d" ns2:_="" ns3:_="">
    <xsd:import namespace="c8974db8-687e-4b42-85ee-4918a76af442"/>
    <xsd:import namespace="05c89f36-bfae-4e60-a200-56ccb65cfb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974db8-687e-4b42-85ee-4918a76af4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728a8d2-fce2-4ead-88e1-13feca96807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5c89f36-bfae-4e60-a200-56ccb65cfbd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3ad0dc9-14a8-4dca-8ae0-16542cf795d1}" ma:internalName="TaxCatchAll" ma:showField="CatchAllData" ma:web="05c89f36-bfae-4e60-a200-56ccb65cfb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6CD712-83AF-46A6-97AF-6D7F64E3B969}">
  <ds:schemaRefs>
    <ds:schemaRef ds:uri="05c89f36-bfae-4e60-a200-56ccb65cfbd7"/>
    <ds:schemaRef ds:uri="c8974db8-687e-4b42-85ee-4918a76af442"/>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9D308AD-27A1-4262-853E-2AA28815A1C5}">
  <ds:schemaRefs>
    <ds:schemaRef ds:uri="05c89f36-bfae-4e60-a200-56ccb65cfbd7"/>
    <ds:schemaRef ds:uri="c8974db8-687e-4b42-85ee-4918a76af44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1EF633A-9E9F-4C03-BF45-5BA796F8FB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Drone Imagery Based Parking Management 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Adlai Moss</dc:creator>
  <cp:revision>10</cp:revision>
  <dcterms:created xsi:type="dcterms:W3CDTF">2021-11-24T20:51:02Z</dcterms:created>
  <dcterms:modified xsi:type="dcterms:W3CDTF">2026-04-30T19:58:24Z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0x01010008BC9B15E498BD44952C191E47636216</vt:lpwstr>
  </property>
  <property fmtid="{D5CDD505-2E9C-101B-9397-08002B2CF9AE}" pid="3" name="MediaServiceImageTags">
    <vt:lpwstr/>
  </property>
</Properties>
</file>